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D8902D-6841-4F2C-B7A1-162475DD6C91}">
  <a:tblStyle styleId="{46D8902D-6841-4F2C-B7A1-162475DD6C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40480" y="2661344"/>
            <a:ext cx="8311038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Trips Operational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Dashboard Analysis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138362" y="5137844"/>
            <a:ext cx="791527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Performance metrics and strategic insights for ride operations.</a:t>
            </a:r>
            <a:endParaRPr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1141" y="1204019"/>
            <a:ext cx="2029569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5512"/>
            <a:ext cx="53340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95512"/>
            <a:ext cx="53340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ENGAGEMENT FUNNEL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891087"/>
            <a:ext cx="1104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Conversion insight: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Approximately 45% of searches result in a completed trip.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drop-off occurs mainly between estimates (1,758) and actual quotes (1,277).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1550" y="2595562"/>
            <a:ext cx="4533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2,161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71550" y="3738562"/>
            <a:ext cx="4533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 SEARCHES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86550" y="2595562"/>
            <a:ext cx="4533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983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86550" y="3738562"/>
            <a:ext cx="4533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COMPLETED TRIPS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FINANCIAL PERFORMANCE: DRIVER EARNINGS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014537"/>
            <a:ext cx="5257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52500" y="2128837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 Earnings: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751K INR generated across 983 trips.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3006923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Average per Trip: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Consistent revenue per duration across various city pockets.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885009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Efficiency Index:</a:t>
            </a: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Current performance shows a healthy spread across high-demand hours.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669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450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2310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TRIP VOLUME BY DURATION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543877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data reveals a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downward trend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higher trip volumes are concentrated in shorter durations (0-1 min and 6-7 min brackets).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4768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FARE AND DISTANCE CORRELATION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2232868"/>
            <a:ext cx="52578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6286500" y="2194768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Revenue Insights: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048500" y="2613868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Fare peaks at moderate durations before stabilizing.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048500" y="3491954"/>
            <a:ext cx="45720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Distance vs Duration shows expected linearity, with some outliers in high-traffic zones.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048500" y="4690020"/>
            <a:ext cx="4572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Optimization opportunity exists for trips in the 10-15 min range.</a:t>
            </a:r>
            <a:endParaRPr/>
          </a:p>
        </p:txBody>
      </p:sp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265196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353005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472812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 REGIONAL ASSEMBLIES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553878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C. V. Raman Nagar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leads in search volume, while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Bangalore South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exhibits higher conversion from searches to estimates.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457200" y="18145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1814512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Bangalore South</a:t>
            </a:r>
            <a:endParaRPr/>
          </a:p>
        </p:txBody>
      </p:sp>
      <p:graphicFrame>
        <p:nvGraphicFramePr>
          <p:cNvPr id="146" name="Google Shape;146;p18"/>
          <p:cNvGraphicFramePr/>
          <p:nvPr/>
        </p:nvGraphicFramePr>
        <p:xfrm>
          <a:off x="571500" y="22717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{46D8902D-6841-4F2C-B7A1-162475DD6C91}</a:tableStyleId>
              </a:tblPr>
              <a:tblGrid>
                <a:gridCol w="371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D3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Assembly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D3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Searches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D3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Estimates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D3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Quotes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C. V. Raman Nagar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Anekal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Bommanahalli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Channapatna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7" name="Google Shape;147;p18"/>
          <p:cNvSpPr/>
          <p:nvPr/>
        </p:nvSpPr>
        <p:spPr>
          <a:xfrm>
            <a:off x="571500" y="3314700"/>
            <a:ext cx="371564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287142" y="3314700"/>
            <a:ext cx="31258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7412980" y="3314700"/>
            <a:ext cx="2319783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9732764" y="3314700"/>
            <a:ext cx="188773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3819525"/>
            <a:ext cx="371564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287142" y="3819525"/>
            <a:ext cx="31258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7412980" y="3819525"/>
            <a:ext cx="2319783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9732764" y="3819525"/>
            <a:ext cx="188773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71500" y="4324350"/>
            <a:ext cx="371564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287142" y="4324350"/>
            <a:ext cx="31258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412980" y="4324350"/>
            <a:ext cx="2319783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71500" y="4829175"/>
            <a:ext cx="371564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287142" y="4829175"/>
            <a:ext cx="31258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412980" y="4829175"/>
            <a:ext cx="2319783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9732764" y="4829175"/>
            <a:ext cx="188773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71500" y="5334000"/>
            <a:ext cx="371564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287142" y="5334000"/>
            <a:ext cx="31258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412980" y="5334000"/>
            <a:ext cx="2319783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9732764" y="5334000"/>
            <a:ext cx="188773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9764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GEOGRAPHICAL TRIP DISTRIBUTION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1976437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Regional Concentration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2252662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heat map indicates a high density of operations within major urban clusters.</a:t>
            </a:r>
            <a:endParaRPr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014537"/>
            <a:ext cx="5257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952500" y="2938462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Hubs established in South Bangalore.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52500" y="3496567"/>
            <a:ext cx="4953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Growth identified in peripheral assemblies.</a:t>
            </a:r>
            <a:endParaRPr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7656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3466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/>
        </p:nvSpPr>
        <p:spPr>
          <a:xfrm>
            <a:off x="3185636" y="2314575"/>
            <a:ext cx="5820727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3324225" y="393382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Operational efficiency is key to scaling urban mobility.</a:t>
            </a:r>
            <a:endParaRPr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362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3324225" y="467677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324225" y="5086350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data.insights@ola.com | www.ola.com/dashboards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Widescreen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Poppins</vt:lpstr>
      <vt:lpstr>Arial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QSK1184</cp:lastModifiedBy>
  <cp:revision>1</cp:revision>
  <dcterms:modified xsi:type="dcterms:W3CDTF">2026-03-20T10:14:27Z</dcterms:modified>
</cp:coreProperties>
</file>